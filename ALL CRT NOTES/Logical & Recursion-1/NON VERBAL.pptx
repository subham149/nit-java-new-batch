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96" r:id="rId2"/>
    <p:sldId id="302" r:id="rId3"/>
    <p:sldId id="301" r:id="rId4"/>
    <p:sldId id="257" r:id="rId5"/>
    <p:sldId id="28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5" r:id="rId33"/>
    <p:sldId id="287" r:id="rId34"/>
    <p:sldId id="288" r:id="rId35"/>
    <p:sldId id="292" r:id="rId36"/>
    <p:sldId id="293" r:id="rId37"/>
    <p:sldId id="295" r:id="rId38"/>
    <p:sldId id="303" r:id="rId39"/>
    <p:sldId id="304" r:id="rId40"/>
    <p:sldId id="305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0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2-07-29T17:39:36.622"/>
    </inkml:context>
    <inkml:brush xml:id="br0">
      <inkml:brushProperty name="width" value="0.33333" units="cm"/>
      <inkml:brushProperty name="height" value="0.6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2-07-29T17:39:37.786"/>
    </inkml:context>
    <inkml:brush xml:id="br0">
      <inkml:brushProperty name="width" value="0.33333" units="cm"/>
      <inkml:brushProperty name="height" value="0.6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2-06-28T10:55:09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Group>
    <inkml:annotationXML>
      <emma:emma xmlns:emma="http://www.w3.org/2003/04/emma" version="1.0">
        <emma:interpretation id="{65578A7A-6251-4EB8-B689-0F05DA9B05DB}" emma:medium="tactile" emma:mode="ink">
          <msink:context xmlns:msink="http://schemas.microsoft.com/ink/2010/main" type="writingRegion" rotatedBoundingBox="19685,6279 19738,6279 19738,6294 19685,6294"/>
        </emma:interpretation>
      </emma:emma>
    </inkml:annotationXML>
    <inkml:traceGroup>
      <inkml:annotationXML>
        <emma:emma xmlns:emma="http://www.w3.org/2003/04/emma" version="1.0">
          <emma:interpretation id="{5F7FC458-8D71-440E-8462-B29EA45DDCF2}" emma:medium="tactile" emma:mode="ink">
            <msink:context xmlns:msink="http://schemas.microsoft.com/ink/2010/main" type="paragraph" rotatedBoundingBox="19685,6279 19738,6279 19738,6294 19685,629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88F4B49-AC92-426F-8EBF-B627B003EFE6}" emma:medium="tactile" emma:mode="ink">
              <msink:context xmlns:msink="http://schemas.microsoft.com/ink/2010/main" type="line" rotatedBoundingBox="19685,6279 19738,6279 19738,6294 19685,6294"/>
            </emma:interpretation>
          </emma:emma>
        </inkml:annotationXML>
        <inkml:traceGroup>
          <inkml:annotationXML>
            <emma:emma xmlns:emma="http://www.w3.org/2003/04/emma" version="1.0">
              <emma:interpretation id="{448DE16B-F72B-4822-9FD4-C7919B90BE3D}" emma:medium="tactile" emma:mode="ink">
                <msink:context xmlns:msink="http://schemas.microsoft.com/ink/2010/main" type="inkWord" rotatedBoundingBox="19685,6279 19738,6279 19738,6294 19685,6294"/>
              </emma:interpretation>
              <emma:one-of disjunction-type="recognition" id="oneOf0">
                <emma:interpretation id="interp0" emma:lang="" emma:confidence="0">
                  <emma:literal>.</emma:literal>
                </emma:interpretation>
                <emma:interpretation id="interp1" emma:lang="" emma:confidence="0">
                  <emma:literal>-</emma:literal>
                </emma:interpretation>
                <emma:interpretation id="interp2" emma:lang="" emma:confidence="0">
                  <emma:literal>_</emma:literal>
                </emma:interpretation>
                <emma:interpretation id="interp3" emma:lang="" emma:confidence="0">
                  <emma:literal>¢</emma:literal>
                </emma:interpretation>
                <emma:interpretation id="interp4" emma:lang="" emma:confidence="0">
                  <emma:literal>t</emma:literal>
                </emma:interpretation>
              </emma:one-of>
            </emma:emma>
          </inkml:annotationXML>
          <inkml:trace contextRef="#ctx0" brushRef="#br0">19738 6279 0,'0'0'0,"-18"0"47,-17 0 0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2-06-28T10:58:06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Group>
    <inkml:annotationXML>
      <emma:emma xmlns:emma="http://www.w3.org/2003/04/emma" version="1.0">
        <emma:interpretation id="{38232EE6-C5EA-4824-8EA6-459153FECC4C}" emma:medium="tactile" emma:mode="ink">
          <msink:context xmlns:msink="http://schemas.microsoft.com/ink/2010/main" type="writingRegion" rotatedBoundingBox="21008,4516 21167,4516 21167,4692 21008,4692"/>
        </emma:interpretation>
      </emma:emma>
    </inkml:annotationXML>
    <inkml:traceGroup>
      <inkml:annotationXML>
        <emma:emma xmlns:emma="http://www.w3.org/2003/04/emma" version="1.0">
          <emma:interpretation id="{3786F77A-0010-4F44-B952-16FC521810F7}" emma:medium="tactile" emma:mode="ink">
            <msink:context xmlns:msink="http://schemas.microsoft.com/ink/2010/main" type="paragraph" rotatedBoundingBox="21008,4516 21167,4516 21167,4692 21008,46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5348AA7-DBD6-4619-BFE7-6CD5104EC7C0}" emma:medium="tactile" emma:mode="ink">
              <msink:context xmlns:msink="http://schemas.microsoft.com/ink/2010/main" type="line" rotatedBoundingBox="21008,4516 21167,4516 21167,4692 21008,4692"/>
            </emma:interpretation>
          </emma:emma>
        </inkml:annotationXML>
        <inkml:traceGroup>
          <inkml:annotationXML>
            <emma:emma xmlns:emma="http://www.w3.org/2003/04/emma" version="1.0">
              <emma:interpretation id="{ECA79ACA-877C-4A27-879E-35F0C1A5F1BB}" emma:medium="tactile" emma:mode="ink">
                <msink:context xmlns:msink="http://schemas.microsoft.com/ink/2010/main" type="inkWord" rotatedBoundingBox="21008,4516 21167,4516 21167,4692 21008,4692"/>
              </emma:interpretation>
              <emma:one-of disjunction-type="recognition" id="oneOf0">
                <emma:interpretation id="interp0" emma:lang="" emma:confidence="0">
                  <emma:literal>/</emma:literal>
                </emma:interpretation>
                <emma:interpretation id="interp1" emma:lang="" emma:confidence="0">
                  <emma:literal>,</emma:literal>
                </emma:interpretation>
                <emma:interpretation id="interp2" emma:lang="" emma:confidence="0">
                  <emma:literal>'</emma:literal>
                </emma:interpretation>
                <emma:interpretation id="interp3" emma:lang="" emma:confidence="0">
                  <emma:literal>\</emma:literal>
                </emma:interpretation>
                <emma:interpretation id="interp4" emma:lang="" emma:confidence="0">
                  <emma:literal>|</emma:literal>
                </emma:interpretation>
              </emma:one-of>
            </emma:emma>
          </inkml:annotationXML>
          <inkml:trace contextRef="#ctx0" brushRef="#br0">21167 4516 0,'0'0'0,"-53"88"0,0-53 0,0 18 15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57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4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6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9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6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9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9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4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4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3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0706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5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2432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81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3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518BA-2154-4C31-8FAD-80492812BFFA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6CF0DF6-CD99-4E67-AA7B-A320C34D9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7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customXml" Target="../ink/ink2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5A59F003-E00A-43F9-91DC-CC54E3B8746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erson with idea concept">
            <a:extLst>
              <a:ext uri="{FF2B5EF4-FFF2-40B4-BE49-F238E27FC236}">
                <a16:creationId xmlns="" xmlns:a16="http://schemas.microsoft.com/office/drawing/2014/main" id="{F84678EE-1FCE-A882-2F94-654C85F26D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96" r="2503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D74A4382-E3AD-430A-9A1F-DFA3E0E77A7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>
            <a:off x="2275865" y="-511"/>
            <a:ext cx="4592270" cy="9144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250" y="2684252"/>
            <a:ext cx="680892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700" b="1" dirty="0">
                <a:solidFill>
                  <a:srgbClr val="FF0000"/>
                </a:solidFill>
              </a:rPr>
              <a:t>NON  VERBAL REASONING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="" xmlns:a16="http://schemas.microsoft.com/office/drawing/2014/main" id="{79F40191-0F44-4FD1-82CC-ACB507C14B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5575039"/>
            <a:ext cx="7339422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D7518E-1E82-EB73-0D89-D70AED83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non -verbal reasoning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9BFE742-29BC-391A-2408-AF7C2522D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Non–Verbal Reasoning is problem-solving using pictures and diagrams. It tests the ability to analyze visual information and solve problems based on visual reasoning. Often, children are asked to look at a series of diagrams and find the odd one out, or the next in the sequence.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3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46360F-4871-694F-018A-F5A44A420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have?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34B55D3-2AC9-303A-845D-F20D3373E9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Series</a:t>
            </a:r>
          </a:p>
          <a:p>
            <a:r>
              <a:rPr lang="en-US" dirty="0"/>
              <a:t>Embedded Images</a:t>
            </a:r>
          </a:p>
          <a:p>
            <a:r>
              <a:rPr lang="en-US" dirty="0"/>
              <a:t>Figure matrix</a:t>
            </a:r>
          </a:p>
          <a:p>
            <a:r>
              <a:rPr lang="en-US" dirty="0"/>
              <a:t>Classification</a:t>
            </a:r>
          </a:p>
          <a:p>
            <a:r>
              <a:rPr lang="en-US" dirty="0"/>
              <a:t>Paper cutting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FBE5023-C2F6-7062-D3FC-99404EE15D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Group of Images</a:t>
            </a:r>
          </a:p>
          <a:p>
            <a:r>
              <a:rPr lang="en-US" dirty="0"/>
              <a:t>Mirror image</a:t>
            </a:r>
          </a:p>
          <a:p>
            <a:r>
              <a:rPr lang="en-US" dirty="0"/>
              <a:t>Water image</a:t>
            </a:r>
          </a:p>
          <a:p>
            <a:r>
              <a:rPr lang="en-US" dirty="0"/>
              <a:t>Pattern completion</a:t>
            </a:r>
          </a:p>
          <a:p>
            <a:r>
              <a:rPr lang="en-US" dirty="0"/>
              <a:t>Analogy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99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9673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30722" name="Picture 2" descr="https://www.indiabix.com/_files/images/non-verbal-reasoning/series/6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1640" y="1399088"/>
            <a:ext cx="6000792" cy="178595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619672" y="928670"/>
            <a:ext cx="507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                                     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202" y="3303631"/>
            <a:ext cx="6143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1     2        3          4           5      </a:t>
            </a:r>
            <a:r>
              <a:rPr lang="en-US" dirty="0" smtClean="0"/>
              <a:t>  </a:t>
            </a:r>
            <a:r>
              <a:rPr lang="en-US" dirty="0"/>
              <a:t>A       B     C        D        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indiabix.com/_files/images/non-verbal-reasoning/series/2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5696" y="1592327"/>
            <a:ext cx="5076750" cy="2080635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339200" y="1071546"/>
            <a:ext cx="371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                    </a:t>
            </a:r>
            <a:r>
              <a:rPr lang="en-US" dirty="0" smtClean="0"/>
              <a:t>ANSWERS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16617" y="3767486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1   2    3      4      5         </a:t>
            </a:r>
            <a:r>
              <a:rPr lang="en-US" dirty="0" smtClean="0"/>
              <a:t> </a:t>
            </a:r>
            <a:r>
              <a:rPr lang="en-US" dirty="0"/>
              <a:t>A   B      C      D    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/>
              <p14:cNvContentPartPr/>
              <p14:nvPr/>
            </p14:nvContentPartPr>
            <p14:xfrm>
              <a:off x="2087538" y="1644051"/>
              <a:ext cx="360" cy="3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7418" y="1524171"/>
                <a:ext cx="1202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1939578" y="1597971"/>
              <a:ext cx="360" cy="36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79458" y="1477731"/>
                <a:ext cx="120600" cy="24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https://www.indiabix.com/_files/images/non-verbal-reasoning/series/2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0815" y="1922378"/>
            <a:ext cx="5357850" cy="1357322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928794" y="1428736"/>
            <a:ext cx="542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                                    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1670" y="3571876"/>
            <a:ext cx="528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1      2        3        4    </a:t>
            </a:r>
            <a:r>
              <a:rPr lang="en-US" dirty="0" smtClean="0"/>
              <a:t> 5    </a:t>
            </a:r>
            <a:r>
              <a:rPr lang="en-US" dirty="0"/>
              <a:t>A       B       C      D       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https://www.indiabix.com/_files/images/non-verbal-reasoning/series/1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0996" y="2285992"/>
            <a:ext cx="5545582" cy="78581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714480" y="1714488"/>
            <a:ext cx="4643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                              ANSWRRS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2976" y="3143248"/>
            <a:ext cx="557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</a:t>
            </a:r>
            <a:r>
              <a:rPr lang="en-US" dirty="0" smtClean="0"/>
              <a:t>   </a:t>
            </a:r>
            <a:r>
              <a:rPr lang="en-US" dirty="0"/>
              <a:t>2        3       4        5    </a:t>
            </a:r>
            <a:r>
              <a:rPr lang="en-US" dirty="0" smtClean="0"/>
              <a:t> A       </a:t>
            </a:r>
            <a:r>
              <a:rPr lang="en-US" dirty="0"/>
              <a:t>B  </a:t>
            </a:r>
            <a:r>
              <a:rPr lang="en-US" dirty="0" smtClean="0"/>
              <a:t>    </a:t>
            </a:r>
            <a:r>
              <a:rPr lang="en-US" dirty="0"/>
              <a:t>C </a:t>
            </a:r>
            <a:r>
              <a:rPr lang="en-US" dirty="0" smtClean="0"/>
              <a:t>    </a:t>
            </a:r>
            <a:r>
              <a:rPr lang="en-US" dirty="0"/>
              <a:t>D       </a:t>
            </a:r>
            <a:r>
              <a:rPr lang="en-US" dirty="0" smtClean="0"/>
              <a:t>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https://www.indiabix.com/_files/images/non-verbal-reasoning/series/1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214554"/>
            <a:ext cx="5786478" cy="107157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357290" y="1500174"/>
            <a:ext cx="528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                                         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4414" y="3357562"/>
            <a:ext cx="609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1        2       </a:t>
            </a:r>
            <a:r>
              <a:rPr lang="en-US" dirty="0" smtClean="0"/>
              <a:t>3        </a:t>
            </a:r>
            <a:r>
              <a:rPr lang="en-US" dirty="0"/>
              <a:t>4       5    </a:t>
            </a:r>
            <a:r>
              <a:rPr lang="en-US" dirty="0" smtClean="0"/>
              <a:t>A        </a:t>
            </a:r>
            <a:r>
              <a:rPr lang="en-US" dirty="0"/>
              <a:t>B        C         D     </a:t>
            </a:r>
            <a:r>
              <a:rPr lang="en-US" dirty="0" smtClean="0"/>
              <a:t>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https://www.indiabix.com/_files/images/non-verbal-reasoning/series/3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907216"/>
            <a:ext cx="5715040" cy="1214446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928794" y="1357298"/>
            <a:ext cx="542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                                   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7356" y="3143248"/>
            <a:ext cx="624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1        2         3        4       5   </a:t>
            </a:r>
            <a:r>
              <a:rPr lang="en-US" dirty="0" smtClean="0"/>
              <a:t>     </a:t>
            </a:r>
            <a:r>
              <a:rPr lang="en-US" dirty="0"/>
              <a:t>A      B          C        D         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s://www.indiabix.com/_files/images/non-verbal-reasoning/series/4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857364"/>
            <a:ext cx="6072230" cy="847729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714480" y="1428736"/>
            <a:ext cx="5857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                                      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166" y="2786058"/>
            <a:ext cx="652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1          2          3       4       </a:t>
            </a:r>
            <a:r>
              <a:rPr lang="en-US" dirty="0" smtClean="0"/>
              <a:t>5     </a:t>
            </a:r>
            <a:r>
              <a:rPr lang="en-US" dirty="0"/>
              <a:t>A         B         C         D       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https://www.indiabix.com/_files/images/non-verbal-reasoning/classification/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5696" y="1857364"/>
            <a:ext cx="5000660" cy="150019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071670" y="928670"/>
            <a:ext cx="521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figure which is different from the 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5696" y="3419708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1                   2                3              4                 </a:t>
            </a:r>
            <a:r>
              <a:rPr lang="en-US" dirty="0" smtClean="0"/>
              <a:t>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s://www.indiabix.com/_files/images/non-verbal-reasoning/classification/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643050"/>
            <a:ext cx="5857916" cy="150019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000232" y="928670"/>
            <a:ext cx="550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figure which is different from the 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32" y="3488296"/>
            <a:ext cx="631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1                   2                      3                   4                       </a:t>
            </a:r>
            <a:r>
              <a:rPr lang="en-US" dirty="0" smtClean="0"/>
              <a:t>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s://www.indiabix.com/_files/images/non-verbal-reasoning/classification/3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571612"/>
            <a:ext cx="5357850" cy="1357322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643042" y="857232"/>
            <a:ext cx="53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figure which is different from the 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1604" y="3071810"/>
            <a:ext cx="5808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1                  2                        3               4                  5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s://www.indiabix.com/_files/images/non-verbal-reasoning/classification/2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785926"/>
            <a:ext cx="6286544" cy="107157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357290" y="1000108"/>
            <a:ext cx="6143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figure which is different from the 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8728" y="3000372"/>
            <a:ext cx="5929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/>
            </a:pPr>
            <a:r>
              <a:rPr lang="en-US" dirty="0"/>
              <a:t>             </a:t>
            </a:r>
            <a:r>
              <a:rPr lang="en-US" dirty="0" smtClean="0"/>
              <a:t>  </a:t>
            </a:r>
            <a:r>
              <a:rPr lang="en-US" dirty="0"/>
              <a:t>2                   3                         4                  5</a:t>
            </a:r>
          </a:p>
          <a:p>
            <a:pPr marL="342900" indent="-342900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s://www.indiabix.com/_files/images/non-verbal-reasoning/classification/4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000240"/>
            <a:ext cx="5500726" cy="928694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428728" y="1428736"/>
            <a:ext cx="528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figure which is different from the 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9532" y="3131106"/>
            <a:ext cx="5664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1               2                    3                  4                    5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https://www.indiabix.com/_files/images/non-verbal-reasoning/embedded-images/5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4625" y="1924672"/>
            <a:ext cx="6643734" cy="590551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142976" y="1285860"/>
            <a:ext cx="6215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out the alternative figure which contains figure (X) as its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538" y="2643182"/>
            <a:ext cx="642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                       </a:t>
            </a:r>
            <a:r>
              <a:rPr lang="en-US" dirty="0" smtClean="0"/>
              <a:t>1                        </a:t>
            </a:r>
            <a:r>
              <a:rPr lang="en-US" dirty="0"/>
              <a:t>2                   3                    4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s://www.indiabix.com/_files/images/non-verbal-reasoning/embedded-images/4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643050"/>
            <a:ext cx="6858048" cy="1000132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714480" y="1071546"/>
            <a:ext cx="6643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out the alternative figure which contains figure (X) as its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166" y="3000372"/>
            <a:ext cx="685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                                   1                      2                    3                    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7086600" y="2260440"/>
              <a:ext cx="19440" cy="3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77240" y="2251080"/>
                <a:ext cx="3816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s://www.indiabix.com/_files/images/non-verbal-reasoning/embedded-images/5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785926"/>
            <a:ext cx="7000924" cy="114300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214414" y="1214422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out the alternative figure which contains figure (X) as its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9632" y="3284984"/>
            <a:ext cx="739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                             1                  </a:t>
            </a:r>
            <a:r>
              <a:rPr lang="en-US" dirty="0" smtClean="0"/>
              <a:t>  </a:t>
            </a:r>
            <a:r>
              <a:rPr lang="en-US" dirty="0"/>
              <a:t>2                   3                              </a:t>
            </a:r>
            <a:r>
              <a:rPr lang="en-US" dirty="0" smtClean="0"/>
              <a:t>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www.indiabix.com/_files/images/non-verbal-reasoning/embedded-images/2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928802"/>
            <a:ext cx="6240756" cy="114300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214414" y="1285860"/>
            <a:ext cx="635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out the alternative figure which contains figure (X) as its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166" y="3160754"/>
            <a:ext cx="6240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                             1                 2                3                  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s://www.indiabix.com/_files/images/non-verbal-reasoning/embedded-images/1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857364"/>
            <a:ext cx="6072230" cy="1285884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000100" y="1285860"/>
            <a:ext cx="642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out the alternative figure which contains figure (X) as its part.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5656" y="3429000"/>
            <a:ext cx="5857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                         1                    2             3                   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www.indiabix.com/_files/images/non-verbal-reasoning/embedded-images/1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785926"/>
            <a:ext cx="7572428" cy="107157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071538" y="1214422"/>
            <a:ext cx="75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out the alternative figure which contains figure (X) as its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2976" y="3000372"/>
            <a:ext cx="764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                         </a:t>
            </a:r>
            <a:r>
              <a:rPr lang="en-US" dirty="0" smtClean="0"/>
              <a:t>        </a:t>
            </a:r>
            <a:r>
              <a:rPr lang="en-US" dirty="0"/>
              <a:t>1                        2                          3                    </a:t>
            </a:r>
            <a:r>
              <a:rPr lang="en-US" dirty="0" smtClean="0"/>
              <a:t>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s://www.indiabix.com/_files/images/non-verbal-reasoning/embedded-images/4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714488"/>
            <a:ext cx="7175720" cy="142876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428728" y="1142984"/>
            <a:ext cx="678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out the alternative figure which contains figure (X) as its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4414" y="3379467"/>
            <a:ext cx="7175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                              1                      2                     3                        </a:t>
            </a:r>
            <a:r>
              <a:rPr lang="en-US" dirty="0" smtClean="0"/>
              <a:t>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www.indiabix.com/_files/images/non-verbal-reasoning/water-images/section-2/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1857364"/>
            <a:ext cx="5643602" cy="114300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1071546"/>
            <a:ext cx="8643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correct water image of the given figure (X) from amongst the four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www.indiabix.com/_files/images/non-verbal-reasoning/water-images/section-2/19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714488"/>
            <a:ext cx="7215238" cy="1357322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85720" y="1071546"/>
            <a:ext cx="8643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correct water image of the given figure (X) from amongst the four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s://www.indiabix.com/_files/images/non-verbal-reasoning/water-images/section-2/1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857364"/>
            <a:ext cx="6715172" cy="185738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42844" y="1071546"/>
            <a:ext cx="8786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correct water image of the given figure (X) from amongst the four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www.indiabix.com/_files/images/non-verbal-reasoning/water-images/section-2/1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643050"/>
            <a:ext cx="6572296" cy="1643074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1000108"/>
            <a:ext cx="8786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correct water image of the given figure (X) from amongst the four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www.indiabix.com/_files/images/non-verbal-reasoning/water-images/section-2/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000240"/>
            <a:ext cx="8429684" cy="847725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42844" y="1142984"/>
            <a:ext cx="892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correct water image of the given figure (X) from amongst the four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www.indiabix.com/_files/images/non-verbal-reasoning/water-images/section-1/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071678"/>
            <a:ext cx="7929618" cy="666751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14282" y="1214422"/>
            <a:ext cx="8715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correct water image of the given figure (X) from amongst the four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www.indiabix.com/_files/images/non-verbal-reasoning/mirror-images/section-1/1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068" y="1320840"/>
            <a:ext cx="8143932" cy="150019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42844" y="785794"/>
            <a:ext cx="8643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correct mirror image of the given figure (X) from amongst the four alternatives.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7562880" y="1625760"/>
              <a:ext cx="57600" cy="63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53520" y="1616400"/>
                <a:ext cx="76320" cy="8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www.indiabix.com/_files/images/non-verbal-reasoning/mirror-images/section-1/1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428736"/>
            <a:ext cx="7000924" cy="2000264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14282" y="928670"/>
            <a:ext cx="885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correct mirror image of the given figure (X) from amongst the four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www.indiabix.com/_files/images/non-verbal-reasoning/mirror-images/section-1/1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500174"/>
            <a:ext cx="7215238" cy="1928826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14282" y="1000108"/>
            <a:ext cx="8715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correct mirror image of the given figure (X) from amongst the four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indiabix.com/_files/images/non-verbal-reasoning/mirror-images/section-2/1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928802"/>
            <a:ext cx="6286544" cy="1428759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0" y="1285860"/>
            <a:ext cx="892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correct mirror image of the given figure (X) from amongst the four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 descr="https://www.indiabix.com/_files/images/non-verbal-reasoning/mirror-images/section-2/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500174"/>
            <a:ext cx="6143668" cy="1357322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42844" y="928670"/>
            <a:ext cx="892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correct mirror image of the given figure (X) from amongst the four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https://www.indiabix.com/_files/images/non-verbal-reasoning/mirror-images/section-2/2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000240"/>
            <a:ext cx="6429420" cy="1214446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14282" y="928670"/>
            <a:ext cx="8643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the correct mirror image of the given figure (X) from amongst the four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https://www.indiabix.com/_files/images/non-verbal-reasoning/figure-matrix/2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357298"/>
            <a:ext cx="3929090" cy="2643206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42844" y="642918"/>
            <a:ext cx="8715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a suitable figure from the four alternatives that would complete the figure matrix.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https://www.indiabix.com/_files/images/non-verbal-reasoning/paper-cutting/2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714488"/>
            <a:ext cx="6072230" cy="214314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85720" y="785794"/>
            <a:ext cx="8643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a figure which would most closely resemble the unfolded form of Figure (Z).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https://www.indiabix.com/_files/images/non-verbal-reasoning/paper-cutting/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500174"/>
            <a:ext cx="6429420" cy="2286016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714356"/>
            <a:ext cx="8715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a figure which would most closely resemble the unfolded form of Figure (Z).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714356"/>
            <a:ext cx="8715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a figure which would most closely resemble the unfolded form of Figure (Z).</a:t>
            </a:r>
          </a:p>
        </p:txBody>
      </p:sp>
      <p:pic>
        <p:nvPicPr>
          <p:cNvPr id="1026" name="Picture 2" descr="https://www.indiabix.com/_files/images/non-verbal-reasoning/paper-folding/1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571612"/>
            <a:ext cx="6429420" cy="1500198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071538" y="3286124"/>
            <a:ext cx="6000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                           1                       2                    3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1158914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714356"/>
            <a:ext cx="8715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a figure which would most closely resemble the unfolded form of Figure (Z).</a:t>
            </a:r>
          </a:p>
        </p:txBody>
      </p:sp>
      <p:pic>
        <p:nvPicPr>
          <p:cNvPr id="55298" name="Picture 2" descr="https://www.indiabix.com/_files/images/non-verbal-reasoning/paper-folding/1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714488"/>
            <a:ext cx="6858048" cy="157163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785786" y="3357562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                                  1                         2                       3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369316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714356"/>
            <a:ext cx="8715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a figure which would most closely resemble the unfolded form of Figure (Z).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3357562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                                  1                         2                       3                         4</a:t>
            </a:r>
          </a:p>
        </p:txBody>
      </p:sp>
      <p:pic>
        <p:nvPicPr>
          <p:cNvPr id="56322" name="Picture 2" descr="https://www.indiabix.com/_files/images/non-verbal-reasoning/paper-folding/3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857364"/>
            <a:ext cx="6715172" cy="12144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0875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1446</TotalTime>
  <Words>660</Words>
  <Application>Microsoft Office PowerPoint</Application>
  <PresentationFormat>On-screen Show (4:3)</PresentationFormat>
  <Paragraphs>73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Century Gothic</vt:lpstr>
      <vt:lpstr>Wingdings 3</vt:lpstr>
      <vt:lpstr>Wisp</vt:lpstr>
      <vt:lpstr>NON  VERBAL REASONING</vt:lpstr>
      <vt:lpstr>What is non -verbal reasoning</vt:lpstr>
      <vt:lpstr>What does it have?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NAVEEN</cp:lastModifiedBy>
  <cp:revision>43</cp:revision>
  <dcterms:created xsi:type="dcterms:W3CDTF">2021-02-22T14:31:53Z</dcterms:created>
  <dcterms:modified xsi:type="dcterms:W3CDTF">2026-02-06T05:56:29Z</dcterms:modified>
</cp:coreProperties>
</file>